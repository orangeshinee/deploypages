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OpenCode 入门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26517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不会写代码也能用的 AI 工作搭档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给数字化团队的一堂实操课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河童 · 2026.06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840480" y="2468880"/>
            <a:ext cx="1463040" cy="18288"/>
          </a:xfrm>
          <a:prstGeom prst="rect">
            <a:avLst/>
          </a:prstGeom>
          <a:solidFill>
            <a:srgbClr val="1B365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为什么讲这个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我们的日常工作，有一半时间花在了搬运信息上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11887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需求翻译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业务方发来一段需求描述，你要翻译成技术语言给开发。听懂人话、说清技术——这中间全是手工活。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71600"/>
            <a:ext cx="54864" cy="11887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4630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03520" y="1463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会议纪要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8745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开会记了一堆零散要点。整理成结构化的会议纪要、按格式输出、确认待办——每次半小时起步。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54864" cy="11887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08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3108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画流程图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5204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业务方说「帮我画个流程」，你打开工具拖拽画完。改一版、重画一版——时间都花在了操作上。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017520"/>
            <a:ext cx="54864" cy="11887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108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03520" y="3108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数据整理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5204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从不同系统导出，格式五花八门。手工筛选、合并、去重——脑子不累，手累。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8229600" cy="9144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不是替代你，是放大你。你做判断，它做执行。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入门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72400" y="4480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AI 发展时间线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 2022 到 2026，AI 完成了从「回答问题」到「动手干活」的三级跳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9052560" cy="18288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2194560"/>
            <a:ext cx="274320" cy="274320"/>
          </a:xfrm>
          <a:prstGeom prst="ellipse">
            <a:avLst/>
          </a:prstGeom>
          <a:solidFill>
            <a:srgbClr val="6B6A6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2022.11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+ DALL·E 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对话式 AI 的起点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057400" y="2194560"/>
            <a:ext cx="274320" cy="274320"/>
          </a:xfrm>
          <a:prstGeom prst="ellipse">
            <a:avLst/>
          </a:prstGeom>
          <a:solidFill>
            <a:srgbClr val="6B6A64"/>
          </a:solidFill>
          <a:ln/>
        </p:spPr>
      </p:sp>
      <p:sp>
        <p:nvSpPr>
          <p:cNvPr id="10" name="Text 8"/>
          <p:cNvSpPr/>
          <p:nvPr/>
        </p:nvSpPr>
        <p:spPr>
          <a:xfrm>
            <a:off x="1920240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920240" y="2926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· Midjourney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3246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图像 AI 大爆发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520440" y="2194560"/>
            <a:ext cx="274320" cy="274320"/>
          </a:xfrm>
          <a:prstGeom prst="ellipse">
            <a:avLst/>
          </a:prstGeom>
          <a:solidFill>
            <a:srgbClr val="6B6A64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83280" y="1874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Sora · Claude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2194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视频元年 · 国产追赶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983480" y="2194560"/>
            <a:ext cx="274320" cy="274320"/>
          </a:xfrm>
          <a:prstGeom prst="ellipse">
            <a:avLst/>
          </a:prstGeom>
          <a:solidFill>
            <a:srgbClr val="6B6A64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2025.01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46320" y="2926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R1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246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开源模型登顶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46520" y="2194560"/>
            <a:ext cx="274320" cy="274320"/>
          </a:xfrm>
          <a:prstGeom prst="ellipse">
            <a:avLst/>
          </a:prstGeom>
          <a:solidFill>
            <a:srgbClr val="6B6A64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2025.03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309360" y="1874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3.7 Sonnet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2194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Coding 爆发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863840" y="2148840"/>
            <a:ext cx="365760" cy="365760"/>
          </a:xfrm>
          <a:prstGeom prst="ellipse">
            <a:avLst/>
          </a:prstGeom>
          <a:solidFill>
            <a:srgbClr val="1B365D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0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2025-26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72400" y="2926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时代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0" y="3246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从动嘴到动手 ★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3108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2022-23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· DALL·E · Midjourney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3657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豆包 APP · Kimi Chat 发布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91840" y="3108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9184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Sora · Claude 3 · 视频元年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91840" y="3657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 · 豆包大模型发布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26480" y="3108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2648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3.7 · DeepSeek R1 · OpenCode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26480" y="3657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时代 · 动手干活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入门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772400" y="4480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核心概念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理解 AI 工具，只需要记住三个词：模型、Agent、Skill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11887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的「大脑」。比如 DeepSeek、Claude、GPT。它负责理解和生成内容，但不负责动手操作文件。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71600"/>
            <a:ext cx="54864" cy="11887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8288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的「手脚」。能在你的电脑上读文件、写文件、执行命令。把「想」变成「做」。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926080"/>
            <a:ext cx="54864" cy="11887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3832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的「操作说明书」。你写好规则：会议纪要按什么格式输出、SQL 按什么规范写。Agent 拿着说明书干活。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26080"/>
            <a:ext cx="54864" cy="11887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3832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LLM 想象成厨师，Agent 是主厨，Tool 是厨具，Skill 是菜谱——下一张图就懂了。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入门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772400" y="4480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一张图看懂 AI 智能体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请参阅： kitchen-analogy.jpg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入门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4480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厨房类比详解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十个厨房角色，对应十个 AI 概念——听完再也不觉得 AI 难懂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= 厨师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掌握海量知识，但空有知识做不出菜——需要厨具和食材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= 点单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「宫保鸡丁，不要辣，少油」。描述越清晰，结果越满意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= 厨房信息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冰箱有什么、花生过敏——Context 让厨师做对菜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= 厨具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没有烤箱烤不了面包，没有 API 查不了天气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= 菜谱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固定流程，比如「分析供应商风险」：搜索→提取→评分→报告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= 厨师经验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老厨师记得老王喜辣——AI 的 Memory 记得你偏好 Python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= SOP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麦当劳后厨：接单→炒菜→装盘。步骤固定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= 主厨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没有鸡腿肉→换鸡胸肉。Agent 的核心是自主决策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= 后厨团队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凉菜、炒锅、烧烤各司其职——搜索 Agent、分析 Agent 协同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= 统一接口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以前各用各的开关，现在都插 USB-C。MCP 就是 AI 界的 USB-C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入门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0" y="4480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概念澄清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模型 ≠ 产品。一个是引擎，一个是车——拆开看就清楚了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11887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模型（Model）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的「大脑引擎」。GPT-5.5、Claude 4、DeepSeek V3 都是模型。你没法直接跟模型聊天——没有界面。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80160"/>
            <a:ext cx="54864" cy="11887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产品（Product）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7373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用户实际面对的界面。ChatGPT、Kimi、豆包。产品决定你怎么交互，模型决定聪不聪明。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743200"/>
            <a:ext cx="54864" cy="11887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834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2004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模型是发动机，产品是整辆车。法拉利和五菱的发动机不同，但都能从 A 到 B。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74320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743200"/>
            <a:ext cx="54864" cy="11887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0" y="2834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为什么重要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2004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不挑发动机——DeepSeek、Claude、GPT 随便换。这是它和 ChatGPT 的根本区别。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8229600" cy="9144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OpenCode = 车架（Agent 系统） + 任意发动机（模型）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入门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72400" y="4480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怎么跟 AI 说话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不知道怎么跟 AI 说话？记住这个万能公式，三分钟上手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10058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325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告诉它你要什么——越具体越好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「把这份会议纪要整理成标准格式」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80160"/>
            <a:ext cx="54864" cy="10058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325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1325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6002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给它上下文，它才能做对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「这是供应链部门周例会」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743200"/>
            <a:ext cx="54864" cy="10058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788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788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格式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0632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指定输出格式，不说就全靠猜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291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「用表格输出，每行一条待办」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74320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743200"/>
            <a:ext cx="54864" cy="10058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2788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03520" y="2788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约束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30632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给它边界——长度、语言、风格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3291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「不要超过一页，用中文」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749040"/>
            <a:ext cx="54864" cy="45720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完整示例：把这份会议纪要整理成标准格式，包含待办事项和负责人，用表格输出，不要超过一页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好 Prompt = 任务 + 背景 + 格式 + 约束。凑得越齐，结果越准。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入门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772400" y="4480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认识 OpenCode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OpenCode 不是编程工具，是一个能帮你操作文件的 AI 助手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 AI Agent 系统。给它一个文件夹，它会自己读文档、改文件、然后告诉你做了什么。不挑模型——可以用 DeepSeek、Claude、GPT 任意一种「大脑」。免费、开源。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560320" cy="91440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103120"/>
            <a:ext cx="2560320" cy="36576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194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终端（TUI）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最经典的模式，打字交互，适合习惯命令行的同学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2103120"/>
            <a:ext cx="2560320" cy="91440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2103120"/>
            <a:ext cx="2560320" cy="36576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2194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网页界面（Web）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web 一键启动浏览器访问，图形界面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2103120"/>
            <a:ext cx="2560320" cy="91440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0" y="2103120"/>
            <a:ext cx="2560320" cy="36576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2194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桌面应用（Desktop）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/ Windows / Linux 都有安装包，官网下载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371600" y="3200400"/>
            <a:ext cx="6400800" cy="731520"/>
          </a:xfrm>
          <a:prstGeom prst="rect">
            <a:avLst/>
          </a:prstGeom>
          <a:solidFill>
            <a:srgbClr val="EEF2F7"/>
          </a:solidFill>
          <a:ln w="12700">
            <a:solidFill>
              <a:srgbClr val="1B365D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1371600" y="32004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[图片占位符：OpenCode 各界面截图]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打个比方：DeepSeek 网页版像一个只能微信请教的专家。OpenCode 像一个坐在你工位旁、能直接帮你翻文件和改文档的实习生。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入门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0" y="4480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· 工具对比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五款 AI 工具横向对比，只有 OpenCode 同时满足：免费、不挑模型、能动手干活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75488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 网页版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浏览器，免费。只能聊天不能操作文件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6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日常问答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浏览器/App，免费或付费。部分动手但受限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6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通用场景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OpenCode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终端，免费开源。能读写能执行，不挑模型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6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数字化团队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终端，API 付费。最强编码能力，面向开发者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6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专业开发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关于 OpenClaw（小龙虾）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3566160"/>
            <a:ext cx="3657600" cy="54864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35661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能做：终端里的轻量编码助手，免费开源，同样能在文件层面操作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3566160"/>
            <a:ext cx="41148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4663440" y="35661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不能做：团队协作、Skill 系统、多模型切换——这些只有 OpenCode 提供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结论：DeepSeek / ChatGPT像电话咨询，OpenCode像上门服务。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入门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772400" y="4480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· 工作原理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打开终端、描述任务、它自己翻文件干活——就这三步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164592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3840480" cy="36576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「帮我把这个需求描述转成 SQL，按品类汇总华南区过去三个月的退货率」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3840480" cy="164592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9" name="Shape 7"/>
          <p:cNvSpPr/>
          <p:nvPr/>
        </p:nvSpPr>
        <p:spPr>
          <a:xfrm>
            <a:off x="4846320" y="1371600"/>
            <a:ext cx="384048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它做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先读你给的文档 → 理解需求 → 生成 SQL → 每一步写成注释 → 告诉你改了哪里、为什么这样写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整个过程你只需要看和判断。你的角色从「动手的人」变成「审核的人」。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本质变化：AI 替你执行，你保留判断权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入门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772400" y="4480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· 案例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案例一：把业务需求扔给它，三分钟拿到 SQL 和逐行解释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做数字化看板的日常：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业务方发来「我想看华南区过去三个月退货率按品类排名」。把这个描述告诉 OpenCode，它去翻你的数据库表结构，生成 SQL，同时用注释解释每一步的逻辑。你只需要审核对不对——而不是从零开始拼 JOIN。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2560320"/>
            <a:ext cx="6400800" cy="731520"/>
          </a:xfrm>
          <a:prstGeom prst="rect">
            <a:avLst/>
          </a:prstGeom>
          <a:solidFill>
            <a:srgbClr val="EEF2F7"/>
          </a:solidFill>
          <a:ln w="12700">
            <a:solidFill>
              <a:srgbClr val="1B365D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371600" y="25603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[图片占位符：SQL 生成前后对比截图]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关键转变：你的角色从「写 SQL 的人」变成了「审核 SQL 的人」。前者拼的是记忆，后者拼的是判断力。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入门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772400" y="4480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· 案例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案例二：零散笔记扔进去，按你的模板格式输出完整会议纪要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你只记了关键词、几个数字、三个待办事项。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告诉 OpenCode：「把这些笔记按以下格式整理成会议纪要——会议主题 / 参会人 / 核心结论 / 待办事项（责任人+截止日期）/ 下次会议时间」。它自动识别关键信息、结构化输出、格式统一。四十分钟的整理变成两分钟审核。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2560320"/>
            <a:ext cx="6400800" cy="731520"/>
          </a:xfrm>
          <a:prstGeom prst="rect">
            <a:avLst/>
          </a:prstGeom>
          <a:solidFill>
            <a:srgbClr val="EEF2F7"/>
          </a:solidFill>
          <a:ln w="12700">
            <a:solidFill>
              <a:srgbClr val="1B365D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371600" y="25603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[图片占位符：会议纪要生成示例]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「以前每次开完会最怕整理纪要，现在开完会最轻松的就是这一步。」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入门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772400" y="4480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· 案例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案例三：用自然语言描述流程，十秒生成可直接粘贴的流程图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告别拖拽画图。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告诉 OpenCode：「画一个采购审批流程：申请人提交→部门经理审批→金额超 5,000 转财务总监→审批通过后生成采购单」。它生成 Mermaid 代码，你粘贴到飞书文档——直接渲染成流程图。改需求？改文字描述就行，不用重画。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2560320"/>
            <a:ext cx="6400800" cy="731520"/>
          </a:xfrm>
          <a:prstGeom prst="rect">
            <a:avLst/>
          </a:prstGeom>
          <a:solidFill>
            <a:srgbClr val="EEF2F7"/>
          </a:solidFill>
          <a:ln w="12700">
            <a:solidFill>
              <a:srgbClr val="1B365D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371600" y="25603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[图片占位符：流程图生成示例]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比拖拽画图快十倍。修改成本从「重画」变成「重写一句话」。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入门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772400" y="4480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· 更多场景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这四个场景，你下周就能用上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137160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清洗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多个系统导出的 CSV 合并、去重、分类。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试试：「把这三个 CSV 合并，按供应商代码去重，保留最新日期的记录」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54864" cy="137160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34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0" y="1234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需求文档标准化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55448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业务需求五花八门→按统一模板重排。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试试：「按标准模板重排：背景/核心诉求/验收标准/优先级」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743200"/>
            <a:ext cx="54864" cy="137160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788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788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写周报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1089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几件事列清单→扩写成完整周报。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试试：「做了供应商风险分析、上线退货率看板。帮写成周报，每项三句话」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274320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743200"/>
            <a:ext cx="54864" cy="137160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788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0" y="2788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还能干什么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1089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翻译技术文档·竞品调研摘要·解释 API 文档·生成测试用例·批量通知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入门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772400" y="4480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· 避坑指南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不是万能的——三个必须知道的坑，踩过再学就晚了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82296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AI 会一本正经地胡说八道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它自信地说 SQL 没问题——但字段名可能不存在，JOIN 方向可能反了。SQL 跑一下再交。你审核过的才对。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286000"/>
            <a:ext cx="54864" cy="82296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不要贴敏感数据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用外部 API 时，数据会发到云端。公司内网自部署的模型，数据不出内网，才是安全的。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291840"/>
            <a:ext cx="54864" cy="82296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37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你的角色是审核，不是照单全收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是你的实习生——手脚快但不一定靠谱。最终决策永远是你。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目前公司内网使用的是自部署大模型，不经过外部 API——数据不出公司网络，不存在泄露风险。但在个人设备或外部工具使用时仍需注意。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记住三句话：跑一下验证 · 别贴敏感数据 · 你说了算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入门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772400" y="4480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· 怎么开始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三步装好 OpenCode，今天下班前就能试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840480" cy="36576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安装（三分钟）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装 Node.js：官网下载，一路下一步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6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终端输入：npm i -g opencode-ai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3291840" cy="45720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86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内网环境需先配置 npm 内部镜像，或联系 AI 团队获取离线安装包。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配置一个 API Key（DeepSeek / Claude / GPT 任一即可）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188720"/>
            <a:ext cx="384048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使用（从第一次就能干活）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16459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打开你的工作文件夹，打字告诉它你要什么。不需要学语法，不需要会编程。会打字就够。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22860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第一次建议从一个已经会做的任务开始——比如让它帮你转一条 SQL——对比你自己的写法，建立信任感。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不需要「学完再用」。直接拿一个真实任务试，边用边学最快。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入门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772400" y="4480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· 关注谁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推荐 6 位中文 AI 圈值得关注的人</a:t>
            </a:r>
            <a:endParaRPr lang="en-US" sz="2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029200"/>
                <a:gridCol w="15544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宝玉 xp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最通俗的讲解者，入门必追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6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微博 / 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归藏的 AI 工具箱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效率工具评测，不想了解技术、只想用好工具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6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微博 / 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腾讯研究院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机构视角的 AI 趋势分析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6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公众号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数字生命卡兹克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创意视觉方向，轻松有趣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6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微博 / B 站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产品黄叔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产品经理视角，不讲代码讲场景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6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即刻 / 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鱼总聊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深度行业解读，不只表面新闻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6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建议先关注前面 2-3 位，看看风格合不合。关注太多反而刷不过来。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入门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772400" y="4480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6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与其担心 AI 替代你，不如先让 AI 替你加班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914400" y="822960"/>
            <a:ext cx="7315200" cy="91440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8686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「一个会问问题的业务专家，胜过十个只会写代码的工程师。」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4173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 全场最值得记住的一句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「AI 不会取代你，但会用 AI 的人会。」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「把重复劳动交给机器，把判断力留给自己。」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「如果把厨师关进空房间——没锅、没刀、没冰箱——他再厉害也做不出饭。」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「很多公司做的所谓 Agent，其实是厨师 + 几本固定菜谱。」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「未来的核心竞争力，不再是『会不会』，而是『问不问得对』。」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「AI 不是替代你，是放大你。用 AI 做事，不是为了证明 AI 厉害——而是为了让你有更多时间，做只有你能做的事。」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4389120"/>
            <a:ext cx="2743200" cy="1828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工具在进化，但你懂业务这件事——AI 永远追不上。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 入门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772400" y="4480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OpenCode 入门 — 给数字化团队的一堂实操课</dc:title>
  <dc:subject>PptxGenJS Presentation</dc:subject>
  <dc:creator>河童</dc:creator>
  <cp:lastModifiedBy>河童</cp:lastModifiedBy>
  <cp:revision>1</cp:revision>
  <dcterms:created xsi:type="dcterms:W3CDTF">2026-06-08T05:17:13Z</dcterms:created>
  <dcterms:modified xsi:type="dcterms:W3CDTF">2026-06-08T05:17:13Z</dcterms:modified>
</cp:coreProperties>
</file>